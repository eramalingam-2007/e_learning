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B82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DAEB518-5140-434B-806C-92504E9EBA4B}" v="1" dt="2025-12-23T13:09:11.0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RAMALINGAM S" userId="864ca3cb69a08c8e" providerId="LiveId" clId="{49D48D39-F7AA-4FED-AD5C-7B7AB3F4C1D2}"/>
    <pc:docChg chg="undo custSel modSld">
      <pc:chgData name="ERAMALINGAM S" userId="864ca3cb69a08c8e" providerId="LiveId" clId="{49D48D39-F7AA-4FED-AD5C-7B7AB3F4C1D2}" dt="2025-12-23T13:09:29.813" v="43" actId="207"/>
      <pc:docMkLst>
        <pc:docMk/>
      </pc:docMkLst>
      <pc:sldChg chg="addSp modSp mod">
        <pc:chgData name="ERAMALINGAM S" userId="864ca3cb69a08c8e" providerId="LiveId" clId="{49D48D39-F7AA-4FED-AD5C-7B7AB3F4C1D2}" dt="2025-12-23T13:09:29.813" v="43" actId="207"/>
        <pc:sldMkLst>
          <pc:docMk/>
          <pc:sldMk cId="0" sldId="256"/>
        </pc:sldMkLst>
        <pc:spChg chg="add mod">
          <ac:chgData name="ERAMALINGAM S" userId="864ca3cb69a08c8e" providerId="LiveId" clId="{49D48D39-F7AA-4FED-AD5C-7B7AB3F4C1D2}" dt="2025-12-23T13:09:29.813" v="43" actId="207"/>
          <ac:spMkLst>
            <pc:docMk/>
            <pc:sldMk cId="0" sldId="256"/>
            <ac:spMk id="5" creationId="{0B690D89-DB85-7793-0AEA-FA21A3A9D03A}"/>
          </ac:spMkLst>
        </pc:spChg>
      </pc:sldChg>
      <pc:sldChg chg="modSp mod">
        <pc:chgData name="ERAMALINGAM S" userId="864ca3cb69a08c8e" providerId="LiveId" clId="{49D48D39-F7AA-4FED-AD5C-7B7AB3F4C1D2}" dt="2025-12-23T13:07:18.478" v="3" actId="1076"/>
        <pc:sldMkLst>
          <pc:docMk/>
          <pc:sldMk cId="0" sldId="257"/>
        </pc:sldMkLst>
        <pc:spChg chg="mod">
          <ac:chgData name="ERAMALINGAM S" userId="864ca3cb69a08c8e" providerId="LiveId" clId="{49D48D39-F7AA-4FED-AD5C-7B7AB3F4C1D2}" dt="2025-12-23T13:07:18.478" v="3" actId="1076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7:37.653" v="5" actId="1076"/>
        <pc:sldMkLst>
          <pc:docMk/>
          <pc:sldMk cId="0" sldId="258"/>
        </pc:sldMkLst>
        <pc:spChg chg="mod">
          <ac:chgData name="ERAMALINGAM S" userId="864ca3cb69a08c8e" providerId="LiveId" clId="{49D48D39-F7AA-4FED-AD5C-7B7AB3F4C1D2}" dt="2025-12-23T13:07:37.653" v="5" actId="1076"/>
          <ac:spMkLst>
            <pc:docMk/>
            <pc:sldMk cId="0" sldId="258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7:46.322" v="7" actId="1076"/>
        <pc:sldMkLst>
          <pc:docMk/>
          <pc:sldMk cId="0" sldId="259"/>
        </pc:sldMkLst>
        <pc:spChg chg="mod">
          <ac:chgData name="ERAMALINGAM S" userId="864ca3cb69a08c8e" providerId="LiveId" clId="{49D48D39-F7AA-4FED-AD5C-7B7AB3F4C1D2}" dt="2025-12-23T13:07:46.322" v="7" actId="1076"/>
          <ac:spMkLst>
            <pc:docMk/>
            <pc:sldMk cId="0" sldId="259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7:56.205" v="9" actId="1076"/>
        <pc:sldMkLst>
          <pc:docMk/>
          <pc:sldMk cId="0" sldId="260"/>
        </pc:sldMkLst>
        <pc:spChg chg="mod">
          <ac:chgData name="ERAMALINGAM S" userId="864ca3cb69a08c8e" providerId="LiveId" clId="{49D48D39-F7AA-4FED-AD5C-7B7AB3F4C1D2}" dt="2025-12-23T13:07:56.205" v="9" actId="1076"/>
          <ac:spMkLst>
            <pc:docMk/>
            <pc:sldMk cId="0" sldId="260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8:05.743" v="11" actId="1076"/>
        <pc:sldMkLst>
          <pc:docMk/>
          <pc:sldMk cId="0" sldId="261"/>
        </pc:sldMkLst>
        <pc:spChg chg="mod">
          <ac:chgData name="ERAMALINGAM S" userId="864ca3cb69a08c8e" providerId="LiveId" clId="{49D48D39-F7AA-4FED-AD5C-7B7AB3F4C1D2}" dt="2025-12-23T13:08:05.743" v="11" actId="1076"/>
          <ac:spMkLst>
            <pc:docMk/>
            <pc:sldMk cId="0" sldId="261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8:13.415" v="13" actId="1076"/>
        <pc:sldMkLst>
          <pc:docMk/>
          <pc:sldMk cId="0" sldId="262"/>
        </pc:sldMkLst>
        <pc:spChg chg="mod">
          <ac:chgData name="ERAMALINGAM S" userId="864ca3cb69a08c8e" providerId="LiveId" clId="{49D48D39-F7AA-4FED-AD5C-7B7AB3F4C1D2}" dt="2025-12-23T13:08:13.415" v="13" actId="1076"/>
          <ac:spMkLst>
            <pc:docMk/>
            <pc:sldMk cId="0" sldId="262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8:24.405" v="15" actId="1076"/>
        <pc:sldMkLst>
          <pc:docMk/>
          <pc:sldMk cId="0" sldId="263"/>
        </pc:sldMkLst>
        <pc:spChg chg="mod">
          <ac:chgData name="ERAMALINGAM S" userId="864ca3cb69a08c8e" providerId="LiveId" clId="{49D48D39-F7AA-4FED-AD5C-7B7AB3F4C1D2}" dt="2025-12-23T13:08:24.405" v="15" actId="1076"/>
          <ac:spMkLst>
            <pc:docMk/>
            <pc:sldMk cId="0" sldId="263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8:33.876" v="17" actId="1076"/>
        <pc:sldMkLst>
          <pc:docMk/>
          <pc:sldMk cId="0" sldId="264"/>
        </pc:sldMkLst>
        <pc:spChg chg="mod">
          <ac:chgData name="ERAMALINGAM S" userId="864ca3cb69a08c8e" providerId="LiveId" clId="{49D48D39-F7AA-4FED-AD5C-7B7AB3F4C1D2}" dt="2025-12-23T13:08:33.876" v="17" actId="1076"/>
          <ac:spMkLst>
            <pc:docMk/>
            <pc:sldMk cId="0" sldId="264"/>
            <ac:spMk id="3" creationId="{00000000-0000-0000-0000-000000000000}"/>
          </ac:spMkLst>
        </pc:spChg>
      </pc:sldChg>
      <pc:sldChg chg="modSp mod">
        <pc:chgData name="ERAMALINGAM S" userId="864ca3cb69a08c8e" providerId="LiveId" clId="{49D48D39-F7AA-4FED-AD5C-7B7AB3F4C1D2}" dt="2025-12-23T13:08:48.562" v="19" actId="1076"/>
        <pc:sldMkLst>
          <pc:docMk/>
          <pc:sldMk cId="0" sldId="265"/>
        </pc:sldMkLst>
        <pc:spChg chg="mod">
          <ac:chgData name="ERAMALINGAM S" userId="864ca3cb69a08c8e" providerId="LiveId" clId="{49D48D39-F7AA-4FED-AD5C-7B7AB3F4C1D2}" dt="2025-12-23T13:08:48.562" v="19" actId="1076"/>
          <ac:spMkLst>
            <pc:docMk/>
            <pc:sldMk cId="0" sldId="26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19477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886325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</a:rPr>
              <a:t>Cognition AI Learning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8002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3B82F6"/>
                </a:solidFill>
              </a:rPr>
              <a:t>Cognition AI Learning</a:t>
            </a:r>
            <a:endParaRPr lang="en-US" sz="5400" dirty="0"/>
          </a:p>
        </p:txBody>
      </p:sp>
      <p:sp>
        <p:nvSpPr>
          <p:cNvPr id="3" name="Text 1"/>
          <p:cNvSpPr/>
          <p:nvPr/>
        </p:nvSpPr>
        <p:spPr>
          <a:xfrm>
            <a:off x="0" y="257175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AFC"/>
                </a:solidFill>
              </a:rPr>
              <a:t>Empowering the Next Generation with AI-Driven Personalized Education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0" y="30861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i="1" dirty="0">
                <a:solidFill>
                  <a:srgbClr val="A855F7"/>
                </a:solidFill>
              </a:rPr>
              <a:t>"Master any skill, faster than ever."</a:t>
            </a:r>
            <a:endParaRPr lang="en-US"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690D89-DB85-7793-0AEA-FA21A3A9D03A}"/>
              </a:ext>
            </a:extLst>
          </p:cNvPr>
          <p:cNvSpPr txBox="1"/>
          <p:nvPr/>
        </p:nvSpPr>
        <p:spPr>
          <a:xfrm>
            <a:off x="6119446" y="3678702"/>
            <a:ext cx="25954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3B82F6"/>
                </a:solidFill>
              </a:rPr>
              <a:t>ERAMALINGAM S</a:t>
            </a:r>
          </a:p>
          <a:p>
            <a:r>
              <a:rPr lang="en-IN" dirty="0">
                <a:solidFill>
                  <a:srgbClr val="3B82F6"/>
                </a:solidFill>
              </a:rPr>
              <a:t>24ADR045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Traditional Education is Static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32912"/>
            <a:ext cx="8229600" cy="30737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One-size-fits-all: Standardized curriculums don't adapt to individual pacing.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Passive Learning: Text-heavy content leads to low engagement and retention.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Lack of Feedback: Waiting for human grading slows down the learning loop.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Mental Fatigue: Burnout is real without wellness integration.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Solution: Intelligent, Immersive, Holistic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16523" y="1216855"/>
            <a:ext cx="8229600" cy="33059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AI-First Core: Powered by Google Gemini models for dynamic content.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Pathways: Curriculum that evolves with the learner's progress.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Holistic Approach: Integrating gamification and wellness tools.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Cross-Platform: Seamless experience on Web and Mobile (Android/iOS).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NeuroLearn AI &amp; Intelligent Tutoring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351693" y="1045405"/>
            <a:ext cx="8229600" cy="30526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Tutor Chatbot: 24/7 personalized assistance implementing RAG.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 Generation: Instantly create curriculums, descriptions, and quizzes.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Learning: Dynamic image generation (Imagen 3) for concepts.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Edge: Leveraging @google/genai for multimodal capabilities.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Immersive Experience: Play to Learn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96168"/>
            <a:ext cx="8229600" cy="3151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Game Center: Interactive games to reinforce knowledge.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Challenges: Streak-based incentives to build habits.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Achievements: Visual rewards system (XP, Badges, Streaks).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Community: Blog, Art Gallery, and Success Stories.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Wellness: The 'Relax Tab'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024304"/>
            <a:ext cx="8229600" cy="30948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Concept: A dedicated space for mental clarity and focus.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Implementation: Custom Music Player with 432Hz Audio.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 Visuals: Real-time Audio Visualization (Web Audio API).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Benefit: Reduces burnout and improves long-term retention.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Platform Ecosystem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96168"/>
            <a:ext cx="8229600" cy="3151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Dashboard: Personalized recommendations &amp; progress tracking.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Dashboard: Course creation suite &amp; analytics.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App: Native React Native experience.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Payments: Integrated processing for premium courses.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Modern Technology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209821"/>
            <a:ext cx="8229600" cy="32144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Frontend: React 19 + Vite + Tailwind CSS + Framer Motion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Node.js + Express + Nodemailer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Engine: Google Gemini API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Mobile: React Native + Expo Router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Database: MongoDB + Mongoose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Walkthrough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101677"/>
            <a:ext cx="8229600" cy="3371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Landing Page: Wave theme transition &amp; 3D hero elements.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Auth Flow: Login celebration animation.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Dashboard: Active courses &amp; Daily Challenges.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AI Course Gen: Generate curriculum with AI.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Relax Tab: Real-time audio visualization.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Roadmap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989134"/>
            <a:ext cx="8229600" cy="3371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Mode: Real-time voice conversation with AI Tutor.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AR/VR: Immersive labs for science/engineering.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Collaborative Learning: Multiplayer classrooms.</a:t>
            </a:r>
            <a:endParaRPr lang="en-US" sz="1800" dirty="0"/>
          </a:p>
          <a:p>
            <a:pPr marL="342900" indent="-342900">
              <a:lnSpc>
                <a:spcPts val="3200"/>
              </a:lnSpc>
              <a:buSzPct val="100000"/>
              <a:buChar char="•"/>
            </a:pPr>
            <a:r>
              <a:rPr lang="en-US" sz="1800" dirty="0">
                <a:solidFill>
                  <a:srgbClr val="F8FAF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Reach: AI-powered real-time translation.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0574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3B82F6"/>
                </a:solidFill>
              </a:rPr>
              <a:t>Thank You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0" y="2828925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F8FAFC"/>
                </a:solidFill>
              </a:rPr>
              <a:t>Reshaping the future of education.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464</Words>
  <Application>Microsoft Office PowerPoint</Application>
  <PresentationFormat>On-screen Show (16:9)</PresentationFormat>
  <Paragraphs>65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Cognition AI Learning</dc:title>
  <dc:subject>Project Presentation</dc:subject>
  <dc:creator>Cognition AI Team</dc:creator>
  <cp:lastModifiedBy>ERAMALINGAM S</cp:lastModifiedBy>
  <cp:revision>1</cp:revision>
  <dcterms:created xsi:type="dcterms:W3CDTF">2025-12-23T13:05:51Z</dcterms:created>
  <dcterms:modified xsi:type="dcterms:W3CDTF">2025-12-23T13:09:38Z</dcterms:modified>
</cp:coreProperties>
</file>